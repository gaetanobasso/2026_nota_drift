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lts" id="{f743686a-90fc-086b-1122-5e0d9eb7f33e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455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area: wage response to oil and gas price shocks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Negotiated wages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245352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wages per hour worked</a:t>
            </a:r>
            <a:endParaRPr lang="en-US" sz="1600" dirty="0"/>
          </a:p>
        </p:txBody>
      </p:sp>
      <p:sp>
        <p:nvSpPr>
          <p:cNvPr id="5" name="placeholder lp_og_EA_contr.png"/>
          <p:cNvSpPr txBox="1"/>
          <p:nvPr/>
        </p:nvSpPr>
        <p:spPr>
          <a:xfrm>
            <a:off x="457200" y="1645920"/>
            <a:ext cx="5486400" cy="3986784"/>
          </a:xfrm>
          <a:prstGeom prst="rect">
            <a:avLst/>
          </a:prstGeom>
          <a:solidFill>
            <a:srgbClr val="F1F3F5"/>
          </a:solidFill>
          <a:ln w="9525">
            <a:solidFill>
              <a:srgbClr val="D0D4D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to be inserted: graphs/lp_og_EA_contr.png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(produced by an_lp_energy_ea.do)</a:t>
            </a:r>
            <a:endParaRPr lang="en-US" sz="1400" dirty="0"/>
          </a:p>
        </p:txBody>
      </p:sp>
      <p:sp>
        <p:nvSpPr>
          <p:cNvPr id="6" name="placeholder lp_og_EA_wageH.png"/>
          <p:cNvSpPr txBox="1"/>
          <p:nvPr/>
        </p:nvSpPr>
        <p:spPr>
          <a:xfrm>
            <a:off x="6245352" y="1645920"/>
            <a:ext cx="5486400" cy="3986784"/>
          </a:xfrm>
          <a:prstGeom prst="rect">
            <a:avLst/>
          </a:prstGeom>
          <a:solidFill>
            <a:srgbClr val="F1F3F5"/>
          </a:solidFill>
          <a:ln w="9525">
            <a:solidFill>
              <a:srgbClr val="D0D4D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to be inserted: graphs/lp_og_EA_wageH.png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(produced by an_lp_energy_ea.do)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85216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(percentage points) of year-on-year wage growth to a 10 percentage point increase in the year-on-year growth of the oil and natural gas prices; 90% confidence bands. Local projections on euro-area time series. Sample (shock dates): negotiated wages, [sample period: available after running master.do]; hourly wages, [sample period: available after running master.do].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Countries: wage response to oil and gas price shocks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Negotiated wages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245352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wages per hour worked</a:t>
            </a:r>
            <a:endParaRPr lang="en-US" sz="1600" dirty="0"/>
          </a:p>
        </p:txBody>
      </p:sp>
      <p:sp>
        <p:nvSpPr>
          <p:cNvPr id="5" name="placeholder lp_og_ctry_contr_sq.png"/>
          <p:cNvSpPr txBox="1"/>
          <p:nvPr/>
        </p:nvSpPr>
        <p:spPr>
          <a:xfrm>
            <a:off x="1120140" y="1645920"/>
            <a:ext cx="4160520" cy="4160520"/>
          </a:xfrm>
          <a:prstGeom prst="rect">
            <a:avLst/>
          </a:prstGeom>
          <a:solidFill>
            <a:srgbClr val="F1F3F5"/>
          </a:solidFill>
          <a:ln w="9525">
            <a:solidFill>
              <a:srgbClr val="D0D4D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to be inserted: graphs/lp_og_ctry_contr_sq.png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(produced by an_lp_energy_ea.do)</a:t>
            </a:r>
            <a:endParaRPr lang="en-US" sz="1400" dirty="0"/>
          </a:p>
        </p:txBody>
      </p:sp>
      <p:sp>
        <p:nvSpPr>
          <p:cNvPr id="6" name="placeholder lp_og_ctry_wageH_sq.png"/>
          <p:cNvSpPr txBox="1"/>
          <p:nvPr/>
        </p:nvSpPr>
        <p:spPr>
          <a:xfrm>
            <a:off x="6908292" y="1645920"/>
            <a:ext cx="4160520" cy="4160520"/>
          </a:xfrm>
          <a:prstGeom prst="rect">
            <a:avLst/>
          </a:prstGeom>
          <a:solidFill>
            <a:srgbClr val="F1F3F5"/>
          </a:solidFill>
          <a:ln w="9525">
            <a:solidFill>
              <a:srgbClr val="D0D4D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to be inserted: graphs/lp_og_ctry_wageH_sq.png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(produced by an_lp_energy_ea.do)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9436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(percentage points) of year-on-year wage growth to a 10 percentage point increase in the year-on-year growth of the oil and natural gas prices; 90% confidence bands. Local projections on time series for the euro area and each country; same vertical scale within each graph; the sample period (shock dates) of each panel is shown under its name.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 price shocks and euro-area wages</dc:title>
  <dc:subject>PptxGenJS Presentation</dc:subject>
  <dc:creator>PptxGenJS</dc:creator>
  <cp:lastModifiedBy>PptxGenJS</cp:lastModifiedBy>
  <cp:revision>1</cp:revision>
  <dcterms:created xsi:type="dcterms:W3CDTF">2026-10-06T18:55:06Z</dcterms:created>
  <dcterms:modified xsi:type="dcterms:W3CDTF">2026-10-06T18:55:06Z</dcterms:modified>
</cp:coreProperties>
</file>